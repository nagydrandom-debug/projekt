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3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2560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TECHBOLT KFT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Hálózati Infrastruktúra Projekt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Vizsgaremek Bemutató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22860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János Szakgimnázium  •  Dombóvár  • 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CSAPATTAGOK BEMUTATKOZÁSA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•  Infrastruktúra Specialista  •  Hálózati Architekt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konfiguráció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beállítás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Tűzfal &amp; ACL szabályok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koordináció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515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005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Dániel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02920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Szerepkör: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 •  Tesztelő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Feladatok: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697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konfiguráció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Dokumentáció készítés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Tesztelési terv
</a:t>
            </a: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tervezés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45537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TECHBOLT KFT – A VÁLASZTOTT VÁLLALAT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005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Székhely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6459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6459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Alkalmazottak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fő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3317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Részlegek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0916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különböző részleg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0" y="30175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0175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Tevékenység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tanácsadás, elektronika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3703320"/>
            <a:ext cx="411480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370332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Szolgáltatás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ügyfélszolgálat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0" y="4480560"/>
            <a:ext cx="411480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4526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Valós piaci igény + 7 részleg = komplex, de tanulságos projekt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PACKET TRACER – HÁLÓZATI TOPOLÓGIA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914400"/>
            <a:ext cx="4389120" cy="3657600"/>
          </a:xfrm>
          <a:prstGeom prst="rect">
            <a:avLst/>
          </a:prstGeom>
          <a:solidFill>
            <a:srgbClr val="242A4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0" y="4206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Tacer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topológia</a:t>
            </a:r>
            <a:r>
              <a:rPr lang="en-US" sz="10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960120"/>
            <a:ext cx="9144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005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CORE réteg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307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db Cisco 2911 router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78308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783080"/>
            <a:ext cx="914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DISTRIBUTION réteg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2130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db Cisco 2960-24TT switch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2606040"/>
            <a:ext cx="3749040" cy="73152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606040"/>
            <a:ext cx="9144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6517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ACCESS réteg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953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végberendezés (PC, szerver, nyomtató)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RÉSZLEG: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Vezetői iroda  •  HR  •  Pénzügy  •  Ügyfélszolgálat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Dolgozószoba  •  Raktár  •  Szerverszoba</a:t>
            </a:r>
            <a:endParaRPr lang="en-US" sz="1100" dirty="0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446E555A-FA14-40C4-9EFF-C44750DBD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4203"/>
            <a:ext cx="3987602" cy="1891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BIZTONSÁGI PROTOKOLLOK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TŰZFAL – Cisco ASA 5506-X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csinál: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Be- és kimenő forgalom szűrése, káros tartalom blokkolása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inspection – minden kapcsolatot nyomon követ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zóna  •  NAT  •  Port forwarding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3931920" cy="35661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  <a:effectLst>
            <a:outerShdw blurRad="1905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5156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10241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– Virtual Private Network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csinál: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távoli kapcsolat a vállalati hálózathoz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Típusok: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 (telephelyek)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VPN (távoli dolgozók)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Titkosítás: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34930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protokoll  •  AES-256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4608576"/>
            <a:ext cx="8046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HÁLÓZATI PROTOKOLLOK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737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OSPF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routing – automatikusan keresi a legrövidebb utat. Ha kiesik egy link, azonnal új útvonal!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VLAN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Hálózat szegmentáció – 1 fizikai hálózat több virtuális részre. Biztonság ↑  •  Teljesítmény 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DHCP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Host Config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IP kiosztás – szerver adja ki az IP-t, maszkot, gateway-t és DNS-t.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83464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Hozzáférési szabályok – ki mit érhet el. Pl. HR csak a bérszámfejtéshez fér hozzá!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SCRUM MÓDSZERTAN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összesen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Hetes sprintek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2286000" cy="109728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stand-up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9601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9601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033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Sprint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13624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 feladatok megtervezése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18745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8745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Daily Stand-up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22768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15 perces egyeztetés Discordon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27889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7889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862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Sprint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1912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 eredmények bemutatása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703320"/>
            <a:ext cx="5852160" cy="77724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03320"/>
            <a:ext cx="73152" cy="777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776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Retrospective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0" y="41056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csináltunk jól? Mit javítsunk?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08960" y="4690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JIRA – PROJEKTMENEDZSMENT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411480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960120"/>
            <a:ext cx="192024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1920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960120"/>
            <a:ext cx="19202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146304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01168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057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2560320"/>
            <a:ext cx="1828800" cy="457200"/>
          </a:xfrm>
          <a:prstGeom prst="rect">
            <a:avLst/>
          </a:prstGeom>
          <a:solidFill>
            <a:srgbClr val="242A4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606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3756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7220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9" name="Kép 48">
            <a:extLst>
              <a:ext uri="{FF2B5EF4-FFF2-40B4-BE49-F238E27FC236}">
                <a16:creationId xmlns:a16="http://schemas.microsoft.com/office/drawing/2014/main" id="{4E1A70A1-F4B0-489D-8A55-772A4FFC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253" y="3255264"/>
            <a:ext cx="3288453" cy="1572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 &amp; GITHUB – VERZIÓKEZELÉS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242A4A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5448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0" y="9601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9601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033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Branch stratégia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1380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feature branch-ek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Commit konvenció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22951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Szemantikus commit üzenetek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788920"/>
            <a:ext cx="4114800" cy="804672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2788920"/>
            <a:ext cx="73152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862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Pull Request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32095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minden merge előtt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3749040"/>
            <a:ext cx="411480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7CB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Tárolt tartalmak: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.pkt fájlok  •  Konfigurációk  •  Dokumentációk  •  Tesztek  •  Prezentáció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TESZTELÉSI FOLYAMAT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286000" cy="2286000"/>
          </a:xfrm>
          <a:prstGeom prst="rect">
            <a:avLst/>
          </a:prstGeom>
          <a:solidFill>
            <a:srgbClr val="24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✅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9601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Unit teszt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2893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Egyedi eszközök működése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6459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 Integrációs teszt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19751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Részlegek közötti kommunikáció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3317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Rendszer teszt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6609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hálózat működése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3017520" cy="59436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Biztonsági teszt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szabályok, tűzfal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560320" cy="2743200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9385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414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8895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30" name="Kép 29">
            <a:extLst>
              <a:ext uri="{FF2B5EF4-FFF2-40B4-BE49-F238E27FC236}">
                <a16:creationId xmlns:a16="http://schemas.microsoft.com/office/drawing/2014/main" id="{1CAD7F62-A885-423E-81F7-2DA1A0DE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9" y="978408"/>
            <a:ext cx="2582333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566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PROJEKT STATISZTIKÁK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Időráfordítás megoszlása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645920" cy="475488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Implementáció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38528"/>
            <a:ext cx="1234440" cy="47548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Tervezés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05456"/>
            <a:ext cx="822960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Tesztelés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4114800" cy="475488"/>
          </a:xfrm>
          <a:prstGeom prst="rect">
            <a:avLst/>
          </a:prstGeom>
          <a:solidFill>
            <a:srgbClr val="242A4A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72384"/>
            <a:ext cx="411480" cy="47548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63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Dokumentáció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Eszközök megoszlása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 –  45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37160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 –  7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–  6 db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651760"/>
            <a:ext cx="1920240" cy="1097280"/>
          </a:xfrm>
          <a:prstGeom prst="rect">
            <a:avLst/>
          </a:prstGeom>
          <a:solidFill>
            <a:srgbClr val="242A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743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 –  3 db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3542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ÖSSZEGZÉS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Modern hálózat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eszközök, 3 rétegű architektúra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61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Agilis módszer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sprint, Scrum + Jira + 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teszt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teszteset, teljes lefedettség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023360" cy="1280160"/>
          </a:xfrm>
          <a:prstGeom prst="rect">
            <a:avLst/>
          </a:prstGeom>
          <a:solidFill>
            <a:srgbClr val="242A4A"/>
          </a:solidFill>
          <a:ln w="19050">
            <a:solidFill>
              <a:srgbClr val="4F8EF7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40233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24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Dokumentáció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 műszaki leírás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2C356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Köszönjük a figyelmet!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Váradi Levente  &amp;  Nagy Dániel   •   Apáczai Csere János Szakgimnázium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601</Words>
  <Application>Microsoft Office PowerPoint</Application>
  <PresentationFormat>Diavetítés a képernyőre (16:9 oldalarány)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TechBolt Kft - Vizsgaremek</dc:title>
  <dc:subject>PptxGenJS Presentation</dc:subject>
  <dc:creator>PptxGenJS</dc:creator>
  <cp:lastModifiedBy>Dániel Nagy</cp:lastModifiedBy>
  <cp:revision>6</cp:revision>
  <dcterms:created xsi:type="dcterms:W3CDTF">2026-02-23T09:29:10Z</dcterms:created>
  <dcterms:modified xsi:type="dcterms:W3CDTF">2026-02-24T08:27:09Z</dcterms:modified>
</cp:coreProperties>
</file>